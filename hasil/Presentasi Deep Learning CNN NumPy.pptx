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Inter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ExtraBold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29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3.png"/><Relationship Id="rId8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32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9" Type="http://schemas.openxmlformats.org/officeDocument/2006/relationships/image" Target="../media/image38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Relationship Id="rId7" Type="http://schemas.openxmlformats.org/officeDocument/2006/relationships/image" Target="../media/image34.png"/><Relationship Id="rId8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67929"/>
            <a:ext cx="11601450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Klasifikasi Gambar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Mobil dan Motor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2140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Menggunakan CNN dari Nol dengan NumPy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6333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Muh. Qhiran. N • Hasby Ashidiq • Yulius Laki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724251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A580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Teknik Informatika, Universitas Tadulako —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57250" y="1973163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Perkembangan pesat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deep learning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dalam bidang pengolahan citra digital.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2833985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CNN (Convolutional Neural Network)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merupakan standar utama untuk ekstraksi fitur otomatis.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3694807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Framework modern menyembunyikan kompleksitas matematis di balik layar.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4555628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Terdapat kebutuhan akademis untuk memahami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konsep dan mekanisme CNN dari dasar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tanpa library instan.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00461"/>
            <a:ext cx="5238750" cy="272385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Latar Belakang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92213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5303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1385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74678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8149"/>
            <a:ext cx="3429000" cy="436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48149"/>
            <a:ext cx="3429000" cy="436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48148"/>
            <a:ext cx="3429000" cy="436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190863" y="3234035"/>
            <a:ext cx="21902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Bangun dari Nol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3700760"/>
            <a:ext cx="28194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Membangun dan mengimplementasikan model CNN sepenuhnya dari nol hanya menggunakan library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NumPy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120878" y="3234035"/>
            <a:ext cx="19502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Analisis Layer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86300" y="3700760"/>
            <a:ext cx="28194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Menganalisis secara empiris bagaimana variasi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jumlah convolution layer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mempengaruhi performa model.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20901" y="3234035"/>
            <a:ext cx="157019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Uji Aktivasi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96300" y="3700760"/>
            <a:ext cx="28194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Membandingkan efektivitas penggunaan fungsi aktivasi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ReLU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dibandingkan dengan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Sigmoid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2625" y="2395835"/>
            <a:ext cx="666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962" y="2395835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2625" y="2395835"/>
            <a:ext cx="666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Tujuan Penelitian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1099"/>
            <a:ext cx="5238750" cy="4422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51099"/>
            <a:ext cx="5238750" cy="4422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1066800" y="2386310"/>
            <a:ext cx="44605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Rincian Dataset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877050" y="2146399"/>
            <a:ext cx="44605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Tahap Preprocessing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41488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352550" y="2900660"/>
            <a:ext cx="3962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 Kelas Utama: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Mobil dan Motor.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352550" y="3426321"/>
            <a:ext cx="3962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Training: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494 gambar.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352550" y="3951982"/>
            <a:ext cx="3962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Testing: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124 gambar.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352550" y="4477642"/>
            <a:ext cx="39624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Gambar diperoleh dari sumber terbuka internet dan telah dibersihkan.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77050" y="217497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162800" y="2660749"/>
            <a:ext cx="39624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Resize: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Mengubah resolusi seluruh gambar menjadi dimensi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64x64 piksel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162800" y="3521571"/>
            <a:ext cx="39624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Color Space: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Konversi citra RGB menjadi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Grayscale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untuk komputasi ringan.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162800" y="4717553"/>
            <a:ext cx="39624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Normalisasi: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Menyesuaikan rentang nilai piksel untuk stabilisasi training.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Dataset &amp; Preprocessing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291971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344537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397103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49669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77050" y="2679799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77050" y="354062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77050" y="4736603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1333500" y="1260574"/>
            <a:ext cx="9525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905000" y="1521054"/>
            <a:ext cx="876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Convolution Layer: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Berfungsi mengekstraksi fitur visual lokal (tepi, pola) dari citra input.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333500" y="1260574"/>
            <a:ext cx="57150" cy="716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1333500" y="2167235"/>
            <a:ext cx="9525000" cy="1051321"/>
          </a:xfrm>
          <a:prstGeom prst="roundRect">
            <a:avLst>
              <a:gd fmla="val 724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1905000" y="2427715"/>
            <a:ext cx="876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Activation Function: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Menerapkan fungsi ReLU atau Sigmoid untuk memperkenalkan sifat non-linear.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1333500" y="2167235"/>
            <a:ext cx="57150" cy="1051321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1333500" y="3409057"/>
            <a:ext cx="9525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905000" y="3669537"/>
            <a:ext cx="876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Flatten Layer: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Meratakan matriks fitur 2D atau 3D menjadi vektor 1 dimensi.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1333500" y="3409057"/>
            <a:ext cx="57150" cy="716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1333500" y="4315717"/>
            <a:ext cx="9525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1905000" y="4576197"/>
            <a:ext cx="876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Fully Connected Layer: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Menghubungkan seluruh neuron untuk proses inferensi akhir.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1333500" y="4315717"/>
            <a:ext cx="57150" cy="716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1333500" y="5222378"/>
            <a:ext cx="9525000" cy="1051321"/>
          </a:xfrm>
          <a:prstGeom prst="roundRect">
            <a:avLst>
              <a:gd fmla="val 724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905000" y="5482858"/>
            <a:ext cx="876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Output Layer: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Menggunakan fungsi Sigmoid untuk menghasilkan probabilitas klasifikasi biner (Mobil/Motor).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1333500" y="5222378"/>
            <a:ext cx="57150" cy="1051321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3525" y="148054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3525" y="255478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3525" y="36290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33525" y="453568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33525" y="560992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71500" y="393799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Arsitektur Model CNN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35646"/>
            <a:ext cx="5238750" cy="4053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35646"/>
            <a:ext cx="5238750" cy="405348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1750694" y="3264396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Variasi Jumlah Layer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752600" y="3778746"/>
            <a:ext cx="2876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1: </a:t>
            </a:r>
            <a:r>
              <a:rPr b="0" i="0" lang="en-US" sz="1650" u="none" cap="none" strike="noStrik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Convolution Layer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704975" y="4256782"/>
            <a:ext cx="2971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2: </a:t>
            </a:r>
            <a:r>
              <a:rPr b="0" i="0" lang="en-US" sz="1650" u="none" cap="none" strike="noStrik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Convolution Layer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704975" y="4734817"/>
            <a:ext cx="2971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3: </a:t>
            </a:r>
            <a:r>
              <a:rPr b="0" i="0" lang="en-US" sz="1650" u="none" cap="none" strike="noStrik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Convolution Layer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420927" y="3083421"/>
            <a:ext cx="316039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Variasi Fungsi Aktivasi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877050" y="3597771"/>
            <a:ext cx="42481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Masing-masing arsitektur layer diuji coba menggunakan dua fungsi aktivasi berbeda: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567737" y="4458592"/>
            <a:ext cx="8667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A580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ReLU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372475" y="4997648"/>
            <a:ext cx="12573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Sigmoid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33700" y="2559546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3950" y="237857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Skenario Eksperimen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979289"/>
            <a:ext cx="11049000" cy="576619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/>
          <p:nvPr/>
        </p:nvSpPr>
        <p:spPr>
          <a:xfrm>
            <a:off x="571500" y="5694164"/>
            <a:ext cx="11049000" cy="1051321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762000" y="5884664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 terbaik berhasil dicapai oleh arsitektur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 Conv + ReLU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dengan akurasi pengujian tertinggi sebesar 84.07%.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5694164"/>
            <a:ext cx="38100" cy="1051321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5941814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571500" y="112514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Perbandingan Akurasi (Data Test)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979289"/>
            <a:ext cx="11049000" cy="576619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571500" y="5694164"/>
            <a:ext cx="11049000" cy="1051321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1111898" y="5884664"/>
            <a:ext cx="10668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Insight: Penambahan kompleksitas layer secara linier berbanding lurus dengan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peningkatan waktu komputasi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(Model 3C-SIG terlama).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5694164"/>
            <a:ext cx="38100" cy="1051321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594181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571500" y="112514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Waktu Training (Per 10 Epochs)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8160"/>
            <a:ext cx="3429000" cy="3828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48160"/>
            <a:ext cx="3429000" cy="3828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48160"/>
            <a:ext cx="3429000" cy="382845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855821" y="3234035"/>
            <a:ext cx="28603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Sederhana = Terbaik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76300" y="3700760"/>
            <a:ext cx="28194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 dengan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 Convolution Layer + ReLU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mengungguli model lainnya baik dari segi akurasi maupun efisiensi memori.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15815" y="3234035"/>
            <a:ext cx="296037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Paradoks Kompleksitas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686300" y="4024610"/>
            <a:ext cx="28194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Layer yang terlalu banyak pada dataset berukuran kecil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tidak meningkatkan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kualitas pembelajaran fitur.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530828" y="3234035"/>
            <a:ext cx="27503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Kelemahan Sigmoid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496300" y="3700760"/>
            <a:ext cx="28194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Fungsi aktivasi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Sigmoid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seringkali gagal belajar (akurasi stagnan di 50%) akibat fenomena saturasi gradien.</a:t>
            </a:r>
            <a:endParaRPr/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5962" y="2395835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39583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39583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Hasil Analisis Model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857250" y="1470421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Definisi: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Kegagalan arsitektur jaringan saraf dalam mempelajari pola fitur yang relevan dari gambar.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57250" y="2666404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Contoh Kasus: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Model memprediksi secara buta hanya pada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satu kelas saja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(akurasi random ~50%).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857250" y="3862387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Penyebab 1: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Saturasi fungsi aktivasi (terutama pada Sigmoid yang membuat update bobot berhenti).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57250" y="5058370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Penyebab 2: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Tingkat kompleksitas model terlalu tinggi (overfitting/over-parameterized) relatif terhadap jumlah dataset training.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05075"/>
            <a:ext cx="52387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Fenomena Model Collapse</a:t>
            </a:r>
            <a:endParaRPr/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48947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85454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8143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77420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571500" y="2867025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5.9s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571500" y="4486275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Waktu Eksekusi Tercepat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381750" y="2480667"/>
            <a:ext cx="550068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Efisiensi Komputasi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381750" y="3090267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 sederhana (1C-ReLU) terbukti sangat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efisien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dan tidak mengorbankan kualitas prediksi.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381750" y="3903464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 yang lebih kompleks mengonsumsi waktu komputasi yang besar, namun berujung pada performa klasifikasi yang justru lebih buruk atau </a:t>
            </a:r>
            <a:r>
              <a:rPr b="0" i="1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collapse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Trade-off: Akurasi vs Waktu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6235"/>
            <a:ext cx="3429000" cy="4152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786235"/>
            <a:ext cx="3429000" cy="4152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786235"/>
            <a:ext cx="3429000" cy="415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805815" y="3072110"/>
            <a:ext cx="296037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Implementasi Sukses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876300" y="3862685"/>
            <a:ext cx="28194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CNN utuh untuk klasifikasi citra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berhasil dibangun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dari nol, membuktikan konsep teoritis berjalan dengan baik dengan NumPy.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4615815" y="3072110"/>
            <a:ext cx="29603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Optimalisasi Struktur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4686300" y="3538835"/>
            <a:ext cx="28194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Untuk tugas dasar dan data terbatas, model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sederhana paling optimal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dibandingkan arsitektur deep network rumit.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8780859" y="3072110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Parameter Kritis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8496300" y="3538835"/>
            <a:ext cx="28194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Pemilihan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fungsi aktivasi (ReLU)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terbukti sangat krusial dalam mencegah masalah </a:t>
            </a:r>
            <a:r>
              <a:rPr b="0" i="1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vanishing gradient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74" name="Google Shape;27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9300" y="223391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23391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2625" y="2233910"/>
            <a:ext cx="666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Kesimpulan Akhir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295275" y="2523232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Terima Kasih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571500" y="3847207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Apakah ada pertanyaan?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/>
          <p:nvPr/>
        </p:nvSpPr>
        <p:spPr>
          <a:xfrm>
            <a:off x="571500" y="2983259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571500" y="39565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571500" y="39565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3180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1666875" y="312613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https://ik.imagekit.io/upgrad1/abroad-images/imageCompo/images/Basic_CNN_Architecture__A_Detailed_Explanation_of_the_5_Layers_in_Convolutional_Neural_Networks_visual_selectionO0WIL1.png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666875" y="356994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www.upgrad.com</a:t>
            </a:r>
            <a:endParaRPr/>
          </a:p>
        </p:txBody>
      </p:sp>
      <p:pic>
        <p:nvPicPr>
          <p:cNvPr descr="image.png" id="296" name="Google Shape;29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155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1666875" y="410899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https://www.freecodecamp.org/news/content/images/2023/10/overfitting-illustration.jpg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1666875" y="435471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www.freecodecamp.org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